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AC4CC8-1AE0-4E2E-A472-450AF6C15C65}" v="3" dt="2026-08-02T14:57:01.0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242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zgurXtream Xtream" userId="7c3347179779aa74" providerId="LiveId" clId="{76994996-30CD-4377-A5A5-CCC0C32F6C8D}"/>
    <pc:docChg chg="undo custSel addSld delSld modSld sldOrd">
      <pc:chgData name="OzgurXtream Xtream" userId="7c3347179779aa74" providerId="LiveId" clId="{76994996-30CD-4377-A5A5-CCC0C32F6C8D}" dt="2026-08-04T16:20:21.046" v="124" actId="1076"/>
      <pc:docMkLst>
        <pc:docMk/>
      </pc:docMkLst>
      <pc:sldChg chg="addSp delSp modSp mod">
        <pc:chgData name="OzgurXtream Xtream" userId="7c3347179779aa74" providerId="LiveId" clId="{76994996-30CD-4377-A5A5-CCC0C32F6C8D}" dt="2026-08-04T16:20:21.046" v="124" actId="1076"/>
        <pc:sldMkLst>
          <pc:docMk/>
          <pc:sldMk cId="0" sldId="256"/>
        </pc:sldMkLst>
        <pc:spChg chg="mod">
          <ac:chgData name="OzgurXtream Xtream" userId="7c3347179779aa74" providerId="LiveId" clId="{76994996-30CD-4377-A5A5-CCC0C32F6C8D}" dt="2026-08-04T16:19:37.866" v="80" actId="1076"/>
          <ac:spMkLst>
            <pc:docMk/>
            <pc:sldMk cId="0" sldId="256"/>
            <ac:spMk id="4" creationId="{00000000-0000-0000-0000-000000000000}"/>
          </ac:spMkLst>
        </pc:spChg>
        <pc:spChg chg="add mod">
          <ac:chgData name="OzgurXtream Xtream" userId="7c3347179779aa74" providerId="LiveId" clId="{76994996-30CD-4377-A5A5-CCC0C32F6C8D}" dt="2026-08-04T16:20:21.046" v="124" actId="1076"/>
          <ac:spMkLst>
            <pc:docMk/>
            <pc:sldMk cId="0" sldId="256"/>
            <ac:spMk id="14" creationId="{08E82EC2-4182-D56E-7598-E9F4AFB30006}"/>
          </ac:spMkLst>
        </pc:spChg>
        <pc:picChg chg="add del mod">
          <ac:chgData name="OzgurXtream Xtream" userId="7c3347179779aa74" providerId="LiveId" clId="{76994996-30CD-4377-A5A5-CCC0C32F6C8D}" dt="2026-08-04T16:19:29.894" v="75" actId="931"/>
          <ac:picMkLst>
            <pc:docMk/>
            <pc:sldMk cId="0" sldId="256"/>
            <ac:picMk id="10" creationId="{EBE8817E-3AE6-376D-745B-8E77BB3FAEAA}"/>
          </ac:picMkLst>
        </pc:picChg>
        <pc:picChg chg="add del mod">
          <ac:chgData name="OzgurXtream Xtream" userId="7c3347179779aa74" providerId="LiveId" clId="{76994996-30CD-4377-A5A5-CCC0C32F6C8D}" dt="2026-08-04T16:19:34.340" v="78" actId="931"/>
          <ac:picMkLst>
            <pc:docMk/>
            <pc:sldMk cId="0" sldId="256"/>
            <ac:picMk id="12" creationId="{129EB16B-3342-CA46-EC66-BB960B1BB1AF}"/>
          </ac:picMkLst>
        </pc:picChg>
      </pc:sldChg>
      <pc:sldChg chg="modSp mod">
        <pc:chgData name="OzgurXtream Xtream" userId="7c3347179779aa74" providerId="LiveId" clId="{76994996-30CD-4377-A5A5-CCC0C32F6C8D}" dt="2026-08-02T14:59:42.492" v="72" actId="20577"/>
        <pc:sldMkLst>
          <pc:docMk/>
          <pc:sldMk cId="0" sldId="257"/>
        </pc:sldMkLst>
        <pc:spChg chg="mod">
          <ac:chgData name="OzgurXtream Xtream" userId="7c3347179779aa74" providerId="LiveId" clId="{76994996-30CD-4377-A5A5-CCC0C32F6C8D}" dt="2026-08-02T14:59:42.492" v="72" actId="20577"/>
          <ac:spMkLst>
            <pc:docMk/>
            <pc:sldMk cId="0" sldId="257"/>
            <ac:spMk id="25" creationId="{00000000-0000-0000-0000-000000000000}"/>
          </ac:spMkLst>
        </pc:spChg>
      </pc:sldChg>
      <pc:sldChg chg="modSp mod">
        <pc:chgData name="OzgurXtream Xtream" userId="7c3347179779aa74" providerId="LiveId" clId="{76994996-30CD-4377-A5A5-CCC0C32F6C8D}" dt="2026-08-02T14:59:39.702" v="70" actId="20577"/>
        <pc:sldMkLst>
          <pc:docMk/>
          <pc:sldMk cId="0" sldId="258"/>
        </pc:sldMkLst>
        <pc:spChg chg="mod">
          <ac:chgData name="OzgurXtream Xtream" userId="7c3347179779aa74" providerId="LiveId" clId="{76994996-30CD-4377-A5A5-CCC0C32F6C8D}" dt="2026-08-02T14:59:39.702" v="70" actId="20577"/>
          <ac:spMkLst>
            <pc:docMk/>
            <pc:sldMk cId="0" sldId="258"/>
            <ac:spMk id="14" creationId="{00000000-0000-0000-0000-000000000000}"/>
          </ac:spMkLst>
        </pc:spChg>
      </pc:sldChg>
      <pc:sldChg chg="modSp mod">
        <pc:chgData name="OzgurXtream Xtream" userId="7c3347179779aa74" providerId="LiveId" clId="{76994996-30CD-4377-A5A5-CCC0C32F6C8D}" dt="2026-08-02T14:59:30.622" v="64" actId="20577"/>
        <pc:sldMkLst>
          <pc:docMk/>
          <pc:sldMk cId="0" sldId="259"/>
        </pc:sldMkLst>
        <pc:spChg chg="mod">
          <ac:chgData name="OzgurXtream Xtream" userId="7c3347179779aa74" providerId="LiveId" clId="{76994996-30CD-4377-A5A5-CCC0C32F6C8D}" dt="2026-08-02T14:59:30.622" v="64" actId="20577"/>
          <ac:spMkLst>
            <pc:docMk/>
            <pc:sldMk cId="0" sldId="259"/>
            <ac:spMk id="11" creationId="{00000000-0000-0000-0000-000000000000}"/>
          </ac:spMkLst>
        </pc:spChg>
      </pc:sldChg>
      <pc:sldChg chg="modSp mod">
        <pc:chgData name="OzgurXtream Xtream" userId="7c3347179779aa74" providerId="LiveId" clId="{76994996-30CD-4377-A5A5-CCC0C32F6C8D}" dt="2026-08-02T14:59:27.995" v="62" actId="20577"/>
        <pc:sldMkLst>
          <pc:docMk/>
          <pc:sldMk cId="0" sldId="260"/>
        </pc:sldMkLst>
        <pc:spChg chg="mod">
          <ac:chgData name="OzgurXtream Xtream" userId="7c3347179779aa74" providerId="LiveId" clId="{76994996-30CD-4377-A5A5-CCC0C32F6C8D}" dt="2026-08-02T14:59:27.995" v="62" actId="20577"/>
          <ac:spMkLst>
            <pc:docMk/>
            <pc:sldMk cId="0" sldId="260"/>
            <ac:spMk id="14" creationId="{00000000-0000-0000-0000-000000000000}"/>
          </ac:spMkLst>
        </pc:spChg>
      </pc:sldChg>
      <pc:sldChg chg="modSp mod">
        <pc:chgData name="OzgurXtream Xtream" userId="7c3347179779aa74" providerId="LiveId" clId="{76994996-30CD-4377-A5A5-CCC0C32F6C8D}" dt="2026-08-02T14:59:24.971" v="60" actId="20577"/>
        <pc:sldMkLst>
          <pc:docMk/>
          <pc:sldMk cId="0" sldId="261"/>
        </pc:sldMkLst>
        <pc:spChg chg="mod">
          <ac:chgData name="OzgurXtream Xtream" userId="7c3347179779aa74" providerId="LiveId" clId="{76994996-30CD-4377-A5A5-CCC0C32F6C8D}" dt="2026-08-02T14:59:24.971" v="60" actId="20577"/>
          <ac:spMkLst>
            <pc:docMk/>
            <pc:sldMk cId="0" sldId="261"/>
            <ac:spMk id="14" creationId="{00000000-0000-0000-0000-000000000000}"/>
          </ac:spMkLst>
        </pc:spChg>
      </pc:sldChg>
      <pc:sldChg chg="modSp mod">
        <pc:chgData name="OzgurXtream Xtream" userId="7c3347179779aa74" providerId="LiveId" clId="{76994996-30CD-4377-A5A5-CCC0C32F6C8D}" dt="2026-08-02T14:59:21.591" v="58" actId="20577"/>
        <pc:sldMkLst>
          <pc:docMk/>
          <pc:sldMk cId="0" sldId="262"/>
        </pc:sldMkLst>
        <pc:spChg chg="mod">
          <ac:chgData name="OzgurXtream Xtream" userId="7c3347179779aa74" providerId="LiveId" clId="{76994996-30CD-4377-A5A5-CCC0C32F6C8D}" dt="2026-08-02T14:59:21.591" v="58" actId="20577"/>
          <ac:spMkLst>
            <pc:docMk/>
            <pc:sldMk cId="0" sldId="262"/>
            <ac:spMk id="11" creationId="{00000000-0000-0000-0000-000000000000}"/>
          </ac:spMkLst>
        </pc:spChg>
      </pc:sldChg>
      <pc:sldChg chg="modSp mod">
        <pc:chgData name="OzgurXtream Xtream" userId="7c3347179779aa74" providerId="LiveId" clId="{76994996-30CD-4377-A5A5-CCC0C32F6C8D}" dt="2026-08-02T14:59:18.372" v="56" actId="20577"/>
        <pc:sldMkLst>
          <pc:docMk/>
          <pc:sldMk cId="0" sldId="263"/>
        </pc:sldMkLst>
        <pc:spChg chg="mod">
          <ac:chgData name="OzgurXtream Xtream" userId="7c3347179779aa74" providerId="LiveId" clId="{76994996-30CD-4377-A5A5-CCC0C32F6C8D}" dt="2026-08-02T14:59:18.372" v="56" actId="20577"/>
          <ac:spMkLst>
            <pc:docMk/>
            <pc:sldMk cId="0" sldId="263"/>
            <ac:spMk id="17" creationId="{00000000-0000-0000-0000-000000000000}"/>
          </ac:spMkLst>
        </pc:spChg>
      </pc:sldChg>
      <pc:sldChg chg="modSp mod">
        <pc:chgData name="OzgurXtream Xtream" userId="7c3347179779aa74" providerId="LiveId" clId="{76994996-30CD-4377-A5A5-CCC0C32F6C8D}" dt="2026-08-02T14:59:14.481" v="54" actId="20577"/>
        <pc:sldMkLst>
          <pc:docMk/>
          <pc:sldMk cId="0" sldId="264"/>
        </pc:sldMkLst>
        <pc:spChg chg="mod">
          <ac:chgData name="OzgurXtream Xtream" userId="7c3347179779aa74" providerId="LiveId" clId="{76994996-30CD-4377-A5A5-CCC0C32F6C8D}" dt="2026-08-02T14:59:14.481" v="54" actId="20577"/>
          <ac:spMkLst>
            <pc:docMk/>
            <pc:sldMk cId="0" sldId="264"/>
            <ac:spMk id="14" creationId="{00000000-0000-0000-0000-000000000000}"/>
          </ac:spMkLst>
        </pc:spChg>
      </pc:sldChg>
      <pc:sldChg chg="modSp mod">
        <pc:chgData name="OzgurXtream Xtream" userId="7c3347179779aa74" providerId="LiveId" clId="{76994996-30CD-4377-A5A5-CCC0C32F6C8D}" dt="2026-08-02T14:59:06.462" v="52" actId="20577"/>
        <pc:sldMkLst>
          <pc:docMk/>
          <pc:sldMk cId="0" sldId="265"/>
        </pc:sldMkLst>
        <pc:spChg chg="mod">
          <ac:chgData name="OzgurXtream Xtream" userId="7c3347179779aa74" providerId="LiveId" clId="{76994996-30CD-4377-A5A5-CCC0C32F6C8D}" dt="2026-08-02T14:59:06.462" v="52" actId="20577"/>
          <ac:spMkLst>
            <pc:docMk/>
            <pc:sldMk cId="0" sldId="265"/>
            <ac:spMk id="14" creationId="{00000000-0000-0000-0000-000000000000}"/>
          </ac:spMkLst>
        </pc:spChg>
      </pc:sldChg>
      <pc:sldChg chg="modSp mod">
        <pc:chgData name="OzgurXtream Xtream" userId="7c3347179779aa74" providerId="LiveId" clId="{76994996-30CD-4377-A5A5-CCC0C32F6C8D}" dt="2026-08-02T14:59:02.652" v="50" actId="20577"/>
        <pc:sldMkLst>
          <pc:docMk/>
          <pc:sldMk cId="0" sldId="266"/>
        </pc:sldMkLst>
        <pc:spChg chg="mod">
          <ac:chgData name="OzgurXtream Xtream" userId="7c3347179779aa74" providerId="LiveId" clId="{76994996-30CD-4377-A5A5-CCC0C32F6C8D}" dt="2026-08-02T14:59:02.652" v="50" actId="20577"/>
          <ac:spMkLst>
            <pc:docMk/>
            <pc:sldMk cId="0" sldId="266"/>
            <ac:spMk id="25" creationId="{00000000-0000-0000-0000-000000000000}"/>
          </ac:spMkLst>
        </pc:spChg>
      </pc:sldChg>
      <pc:sldChg chg="modSp mod">
        <pc:chgData name="OzgurXtream Xtream" userId="7c3347179779aa74" providerId="LiveId" clId="{76994996-30CD-4377-A5A5-CCC0C32F6C8D}" dt="2026-08-02T14:58:59.478" v="48" actId="20577"/>
        <pc:sldMkLst>
          <pc:docMk/>
          <pc:sldMk cId="0" sldId="267"/>
        </pc:sldMkLst>
        <pc:spChg chg="mod">
          <ac:chgData name="OzgurXtream Xtream" userId="7c3347179779aa74" providerId="LiveId" clId="{76994996-30CD-4377-A5A5-CCC0C32F6C8D}" dt="2026-08-02T14:58:59.478" v="48" actId="20577"/>
          <ac:spMkLst>
            <pc:docMk/>
            <pc:sldMk cId="0" sldId="267"/>
            <ac:spMk id="19" creationId="{00000000-0000-0000-0000-000000000000}"/>
          </ac:spMkLst>
        </pc:spChg>
      </pc:sldChg>
      <pc:sldChg chg="addSp delSp modSp add mod ord">
        <pc:chgData name="OzgurXtream Xtream" userId="7c3347179779aa74" providerId="LiveId" clId="{76994996-30CD-4377-A5A5-CCC0C32F6C8D}" dt="2026-08-02T14:59:35.655" v="68" actId="20577"/>
        <pc:sldMkLst>
          <pc:docMk/>
          <pc:sldMk cId="1260640038" sldId="268"/>
        </pc:sldMkLst>
        <pc:spChg chg="add">
          <ac:chgData name="OzgurXtream Xtream" userId="7c3347179779aa74" providerId="LiveId" clId="{76994996-30CD-4377-A5A5-CCC0C32F6C8D}" dt="2026-08-02T14:57:08.733" v="9" actId="22"/>
          <ac:spMkLst>
            <pc:docMk/>
            <pc:sldMk cId="1260640038" sldId="268"/>
            <ac:spMk id="13" creationId="{1487C8AD-C90D-78AF-49E0-47030FD0DC4C}"/>
          </ac:spMkLst>
        </pc:spChg>
        <pc:spChg chg="add">
          <ac:chgData name="OzgurXtream Xtream" userId="7c3347179779aa74" providerId="LiveId" clId="{76994996-30CD-4377-A5A5-CCC0C32F6C8D}" dt="2026-08-02T14:57:08.733" v="9" actId="22"/>
          <ac:spMkLst>
            <pc:docMk/>
            <pc:sldMk cId="1260640038" sldId="268"/>
            <ac:spMk id="17" creationId="{212EC329-26B2-439A-2D9B-574874C40530}"/>
          </ac:spMkLst>
        </pc:spChg>
        <pc:spChg chg="add">
          <ac:chgData name="OzgurXtream Xtream" userId="7c3347179779aa74" providerId="LiveId" clId="{76994996-30CD-4377-A5A5-CCC0C32F6C8D}" dt="2026-08-02T14:57:08.733" v="9" actId="22"/>
          <ac:spMkLst>
            <pc:docMk/>
            <pc:sldMk cId="1260640038" sldId="268"/>
            <ac:spMk id="19" creationId="{F1A414D0-E497-2830-0923-987B67A79BCB}"/>
          </ac:spMkLst>
        </pc:spChg>
        <pc:spChg chg="add mod">
          <ac:chgData name="OzgurXtream Xtream" userId="7c3347179779aa74" providerId="LiveId" clId="{76994996-30CD-4377-A5A5-CCC0C32F6C8D}" dt="2026-08-02T14:57:42.322" v="14" actId="403"/>
          <ac:spMkLst>
            <pc:docMk/>
            <pc:sldMk cId="1260640038" sldId="268"/>
            <ac:spMk id="21" creationId="{8F7F7A69-B06C-4056-7D71-55F7AEB36F1C}"/>
          </ac:spMkLst>
        </pc:spChg>
        <pc:spChg chg="add">
          <ac:chgData name="OzgurXtream Xtream" userId="7c3347179779aa74" providerId="LiveId" clId="{76994996-30CD-4377-A5A5-CCC0C32F6C8D}" dt="2026-08-02T14:57:08.733" v="9" actId="22"/>
          <ac:spMkLst>
            <pc:docMk/>
            <pc:sldMk cId="1260640038" sldId="268"/>
            <ac:spMk id="23" creationId="{59B80815-BC77-7912-1E12-53151FEBB0AA}"/>
          </ac:spMkLst>
        </pc:spChg>
        <pc:spChg chg="mod">
          <ac:chgData name="OzgurXtream Xtream" userId="7c3347179779aa74" providerId="LiveId" clId="{76994996-30CD-4377-A5A5-CCC0C32F6C8D}" dt="2026-08-02T14:57:47.042" v="16" actId="403"/>
          <ac:spMkLst>
            <pc:docMk/>
            <pc:sldMk cId="1260640038" sldId="268"/>
            <ac:spMk id="27" creationId="{052C4694-887A-BAAB-EB94-44B2BCC51535}"/>
          </ac:spMkLst>
        </pc:spChg>
        <pc:spChg chg="add">
          <ac:chgData name="OzgurXtream Xtream" userId="7c3347179779aa74" providerId="LiveId" clId="{76994996-30CD-4377-A5A5-CCC0C32F6C8D}" dt="2026-08-02T14:57:08.733" v="9" actId="22"/>
          <ac:spMkLst>
            <pc:docMk/>
            <pc:sldMk cId="1260640038" sldId="268"/>
            <ac:spMk id="29" creationId="{B2E1C709-7805-E779-B409-5CF1EE997B7C}"/>
          </ac:spMkLst>
        </pc:spChg>
        <pc:spChg chg="add mod">
          <ac:chgData name="OzgurXtream Xtream" userId="7c3347179779aa74" providerId="LiveId" clId="{76994996-30CD-4377-A5A5-CCC0C32F6C8D}" dt="2026-08-02T14:57:49.082" v="18" actId="403"/>
          <ac:spMkLst>
            <pc:docMk/>
            <pc:sldMk cId="1260640038" sldId="268"/>
            <ac:spMk id="33" creationId="{9EB21A9D-BBFA-7262-9F40-BC03646C17BE}"/>
          </ac:spMkLst>
        </pc:spChg>
        <pc:spChg chg="add">
          <ac:chgData name="OzgurXtream Xtream" userId="7c3347179779aa74" providerId="LiveId" clId="{76994996-30CD-4377-A5A5-CCC0C32F6C8D}" dt="2026-08-02T14:57:08.733" v="9" actId="22"/>
          <ac:spMkLst>
            <pc:docMk/>
            <pc:sldMk cId="1260640038" sldId="268"/>
            <ac:spMk id="39" creationId="{E8746F1B-C912-0DF0-9BC1-CC6DCF14B5B6}"/>
          </ac:spMkLst>
        </pc:spChg>
        <pc:spChg chg="add">
          <ac:chgData name="OzgurXtream Xtream" userId="7c3347179779aa74" providerId="LiveId" clId="{76994996-30CD-4377-A5A5-CCC0C32F6C8D}" dt="2026-08-02T14:57:08.733" v="9" actId="22"/>
          <ac:spMkLst>
            <pc:docMk/>
            <pc:sldMk cId="1260640038" sldId="268"/>
            <ac:spMk id="41" creationId="{A2E028B3-2453-0211-6A85-F37F8AE64011}"/>
          </ac:spMkLst>
        </pc:spChg>
        <pc:spChg chg="add mod">
          <ac:chgData name="OzgurXtream Xtream" userId="7c3347179779aa74" providerId="LiveId" clId="{76994996-30CD-4377-A5A5-CCC0C32F6C8D}" dt="2026-08-02T14:59:35.655" v="68" actId="20577"/>
          <ac:spMkLst>
            <pc:docMk/>
            <pc:sldMk cId="1260640038" sldId="268"/>
            <ac:spMk id="43" creationId="{3CA0DCB1-651E-0737-9C8E-A7AEF42076FA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2T14:24:56.9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 0 24575,'1'1'0,"1"-1"0,-1 1 0,1-1 0,-1 1 0,0 0 0,1-1 0,-1 1 0,0 0 0,0 0 0,0 0 0,0 0 0,1 0 0,-1 1 0,-1-1 0,1 0 0,0 0 0,0 1 0,0-1 0,-1 0 0,1 1 0,0-1 0,-1 1 0,0-1 0,1 0 0,-1 1 0,0 0 0,1 2 0,5 48 0,-6-46 0,2 23 0,-2-1 0,-1 1 0,-1-1 0,-2 0 0,-10 41 0,2 9 99,10-58-587,-1 1 0,-7 26 0,3-27-6338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2T14:24:57.0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0 544 24575,'0'-516'-1365,"0"488"-5461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2T14:24:57.4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24575,'0'6'0,"0"18"0,0 16 0,0 6 0,0 1 0,0-2 0,0 3 0,0-2 0,0-3 0,0-4 0,0-2 0,0-3 0,0-6-8191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2T14:24:58.3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24575,'1'4'0,"0"1"0,0-1 0,0 0 0,1 1 0,-1-1 0,1 0 0,0 0 0,1 0 0,4 7 0,5 9 0,4 14 0,3 8 0,40 62 0,-58-102 0,0 0 0,0 0 0,1-1 0,-1 1-1,0 0 1,1-1 0,-1 1 0,1 0 0,-1-1 0,1 0-1,0 1 1,0-1 0,-1 0 0,1 0 0,0 0 0,0 0-1,0 0 1,0-1 0,0 1 0,0-1 0,1 1 0,-1-1-1,0 0 1,0 1 0,0-1 0,0 0 0,1-1 0,-1 1 0,3-1-1,2-2 9,0 0-1,0-1 1,0 0-1,-1 0 0,0-1 1,0 1-1,6-7 0,-6 5-243,0 1-1,1 0 1,0 0-1,0 0 1,14-6-1,1 5-6589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5098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19CD1-A857-4D3C-7E28-ADD8D7ED9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4CA2EE-2395-6802-7F41-3488703D79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DA2523-960C-F697-5855-2062A6EB99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B3B167-0EEA-EEF6-F5AA-01C1359966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6364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customXml" Target="../ink/ink2.xml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80360" y="1234440"/>
            <a:ext cx="3383280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2880360" y="12344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ORTAMI  ·  EĞİTİM AMAÇLIDIR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8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LLMNR</a:t>
            </a:r>
            <a:endParaRPr lang="en-US" sz="58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58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POISONING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 Ortamında Kimlik Bilgisi Ele Geçirme — Uçtan Uca Bir Sızma Testi Senaryosu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6080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 keşfinden yetkili erişime: Responder → Hashcat → Metasploit adım adım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0" y="8366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Kaydırarak devam edin →</a:t>
            </a:r>
            <a:endParaRPr lang="en-US" sz="1100" dirty="0"/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55A3CE1D-57EC-C5FF-274C-91656F4B44A9}"/>
              </a:ext>
            </a:extLst>
          </p:cNvPr>
          <p:cNvSpPr txBox="1"/>
          <p:nvPr/>
        </p:nvSpPr>
        <p:spPr>
          <a:xfrm>
            <a:off x="5335929" y="85536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tr-TR" dirty="0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08E82EC2-4182-D56E-7598-E9F4AFB30006}"/>
              </a:ext>
            </a:extLst>
          </p:cNvPr>
          <p:cNvSpPr/>
          <p:nvPr/>
        </p:nvSpPr>
        <p:spPr>
          <a:xfrm>
            <a:off x="548640" y="72237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tr-TR" sz="20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</a:rPr>
              <a:t>Özgür ÇAKMAK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TEKNİK ARKA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LLMNR Poisoning Nedir?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ortamlarında DNS çözümlemesi başarısız olduğunda devreye giren LLMNR ve NBT-NS, sorguyu tüm ağa broadcast eder. Bu güven varsayımı, ağdaki bir saldırganın kimlik bilgilerini pasif biçimde ele geçirmesine olanak tanır.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457200" cy="457200"/>
          </a:xfrm>
          <a:prstGeom prst="ellipse">
            <a:avLst/>
          </a:prstGeom>
          <a:solidFill>
            <a:srgbClr val="1E293B"/>
          </a:solidFill>
          <a:ln w="15875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2971800"/>
            <a:ext cx="0" cy="777240"/>
          </a:xfrm>
          <a:prstGeom prst="line">
            <a:avLst/>
          </a:prstGeom>
          <a:noFill/>
          <a:ln w="15875">
            <a:solidFill>
              <a:srgbClr val="38BDF8"/>
            </a:solidFill>
            <a:prstDash val="dash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1417320" y="2459736"/>
            <a:ext cx="7086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Sorgu Broadcast Edilir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2770632"/>
            <a:ext cx="7086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İstemci, çözemediği bir ana bilgisayar adını ağın tamamına broadcast olarak sorar.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457200" cy="457200"/>
          </a:xfrm>
          <a:prstGeom prst="ellipse">
            <a:avLst/>
          </a:prstGeom>
          <a:solidFill>
            <a:srgbClr val="1E293B"/>
          </a:solidFill>
          <a:ln w="15875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64008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8680" y="4206240"/>
            <a:ext cx="0" cy="777240"/>
          </a:xfrm>
          <a:prstGeom prst="line">
            <a:avLst/>
          </a:prstGeom>
          <a:noFill/>
          <a:ln w="15875">
            <a:solidFill>
              <a:srgbClr val="38BDF8"/>
            </a:solidFill>
            <a:prstDash val="dash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1417320" y="3694176"/>
            <a:ext cx="7086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Saldırgan Pasif Dinler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4005072"/>
            <a:ext cx="7086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üzerindeki Responder, bu broadcast trafiğini sessizce izler.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983480"/>
            <a:ext cx="457200" cy="457200"/>
          </a:xfrm>
          <a:prstGeom prst="ellipse">
            <a:avLst/>
          </a:prstGeom>
          <a:solidFill>
            <a:srgbClr val="1E293B"/>
          </a:solidFill>
          <a:ln w="15875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64008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68680" y="5440680"/>
            <a:ext cx="0" cy="777240"/>
          </a:xfrm>
          <a:prstGeom prst="line">
            <a:avLst/>
          </a:prstGeom>
          <a:noFill/>
          <a:ln w="15875">
            <a:solidFill>
              <a:srgbClr val="38BDF8"/>
            </a:solidFill>
            <a:prstDash val="dash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1417320" y="4928616"/>
            <a:ext cx="7086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Sahte Yanıt Dönülür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5239512"/>
            <a:ext cx="7086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Saldırgan kendini hedef servis gibi tanıtarak sahte bir yanıt gönderir.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6217920"/>
            <a:ext cx="457200" cy="457200"/>
          </a:xfrm>
          <a:prstGeom prst="ellipse">
            <a:avLst/>
          </a:prstGeom>
          <a:solidFill>
            <a:srgbClr val="1E293B"/>
          </a:solidFill>
          <a:ln w="15875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640080" y="6217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17320" y="6163056"/>
            <a:ext cx="7086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Kimlik Bilgisi Sızar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17320" y="6473952"/>
            <a:ext cx="7086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İstemci sahte sunucuya kimlik doğrulama yapar; NetNTLMv2 hash yakalanır.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8732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LLMNR POISONING · LAB WALKTHROUGH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132320" y="8732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</a:t>
            </a:r>
            <a:r>
              <a:rPr lang="tr-TR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98448" y="484632"/>
            <a:ext cx="7205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98448" y="749808"/>
            <a:ext cx="7205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Ağ Keşfi (Reconnaissance)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ile aktif host taraması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902416" y="2267712"/>
            <a:ext cx="4776177" cy="1072134"/>
          </a:xfrm>
          <a:prstGeom prst="roundRect">
            <a:avLst>
              <a:gd name="adj" fmla="val 3060"/>
            </a:avLst>
          </a:prstGeom>
          <a:solidFill>
            <a:srgbClr val="FFFFFF"/>
          </a:solidFill>
          <a:ln w="9525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8" name="Image 0" descr="/home/claude/media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9185" y="2357048"/>
            <a:ext cx="4422632" cy="89346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419252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makine tespit edildi: 192.168.40.128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288778" y="4466844"/>
            <a:ext cx="6566444" cy="2043684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 w="9525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11" name="Image 1" descr="/home/claude/media/media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6794" y="4594860"/>
            <a:ext cx="6310412" cy="17876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0080" y="6720840"/>
            <a:ext cx="78638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ortamındaki aktif cihazları belirlemek için Nmap taraması gerçekleştirildi. Hedef makine 192.168.40.128 IP adresiyle ağda tespit edildi.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40080" y="8732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LLMNR POISONING · LAB WALKTHROUGH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7132320" y="8732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</a:t>
            </a:r>
            <a:r>
              <a:rPr lang="tr-TR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grpSp>
        <p:nvGrpSpPr>
          <p:cNvPr id="20" name="Grup 19">
            <a:extLst>
              <a:ext uri="{FF2B5EF4-FFF2-40B4-BE49-F238E27FC236}">
                <a16:creationId xmlns:a16="http://schemas.microsoft.com/office/drawing/2014/main" id="{42A09F2A-D8EC-4F31-2E26-F90567617443}"/>
              </a:ext>
            </a:extLst>
          </p:cNvPr>
          <p:cNvGrpSpPr/>
          <p:nvPr/>
        </p:nvGrpSpPr>
        <p:grpSpPr>
          <a:xfrm>
            <a:off x="2581068" y="5868096"/>
            <a:ext cx="114840" cy="273960"/>
            <a:chOff x="2581068" y="5868096"/>
            <a:chExt cx="114840" cy="27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6" name="Mürekkep 15">
                  <a:extLst>
                    <a:ext uri="{FF2B5EF4-FFF2-40B4-BE49-F238E27FC236}">
                      <a16:creationId xmlns:a16="http://schemas.microsoft.com/office/drawing/2014/main" id="{DAB03D20-EF1D-120F-3DD4-BF71EAE2CCB3}"/>
                    </a:ext>
                  </a:extLst>
                </p14:cNvPr>
                <p14:cNvContentPartPr/>
                <p14:nvPr/>
              </p14:nvContentPartPr>
              <p14:xfrm>
                <a:off x="2654508" y="5926416"/>
                <a:ext cx="19800" cy="176400"/>
              </p14:xfrm>
            </p:contentPart>
          </mc:Choice>
          <mc:Fallback xmlns="">
            <p:pic>
              <p:nvPicPr>
                <p:cNvPr id="16" name="Mürekkep 15">
                  <a:extLst>
                    <a:ext uri="{FF2B5EF4-FFF2-40B4-BE49-F238E27FC236}">
                      <a16:creationId xmlns:a16="http://schemas.microsoft.com/office/drawing/2014/main" id="{DAB03D20-EF1D-120F-3DD4-BF71EAE2CCB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648388" y="5920296"/>
                  <a:ext cx="320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7" name="Mürekkep 16">
                  <a:extLst>
                    <a:ext uri="{FF2B5EF4-FFF2-40B4-BE49-F238E27FC236}">
                      <a16:creationId xmlns:a16="http://schemas.microsoft.com/office/drawing/2014/main" id="{9E99C7BD-261A-6F5B-5B2D-D3DDC42E5135}"/>
                    </a:ext>
                  </a:extLst>
                </p14:cNvPr>
                <p14:cNvContentPartPr/>
                <p14:nvPr/>
              </p14:nvContentPartPr>
              <p14:xfrm>
                <a:off x="2650548" y="5939016"/>
                <a:ext cx="360" cy="195840"/>
              </p14:xfrm>
            </p:contentPart>
          </mc:Choice>
          <mc:Fallback xmlns="">
            <p:pic>
              <p:nvPicPr>
                <p:cNvPr id="17" name="Mürekkep 16">
                  <a:extLst>
                    <a:ext uri="{FF2B5EF4-FFF2-40B4-BE49-F238E27FC236}">
                      <a16:creationId xmlns:a16="http://schemas.microsoft.com/office/drawing/2014/main" id="{9E99C7BD-261A-6F5B-5B2D-D3DDC42E513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644428" y="5932896"/>
                  <a:ext cx="126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8" name="Mürekkep 17">
                  <a:extLst>
                    <a:ext uri="{FF2B5EF4-FFF2-40B4-BE49-F238E27FC236}">
                      <a16:creationId xmlns:a16="http://schemas.microsoft.com/office/drawing/2014/main" id="{55E3AADA-C339-CC81-C8D9-5606BF11FA06}"/>
                    </a:ext>
                  </a:extLst>
                </p14:cNvPr>
                <p14:cNvContentPartPr/>
                <p14:nvPr/>
              </p14:nvContentPartPr>
              <p14:xfrm>
                <a:off x="2661708" y="5868096"/>
                <a:ext cx="360" cy="173880"/>
              </p14:xfrm>
            </p:contentPart>
          </mc:Choice>
          <mc:Fallback xmlns="">
            <p:pic>
              <p:nvPicPr>
                <p:cNvPr id="18" name="Mürekkep 17">
                  <a:extLst>
                    <a:ext uri="{FF2B5EF4-FFF2-40B4-BE49-F238E27FC236}">
                      <a16:creationId xmlns:a16="http://schemas.microsoft.com/office/drawing/2014/main" id="{55E3AADA-C339-CC81-C8D9-5606BF11FA0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655588" y="5861976"/>
                  <a:ext cx="126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9" name="Mürekkep 18">
                  <a:extLst>
                    <a:ext uri="{FF2B5EF4-FFF2-40B4-BE49-F238E27FC236}">
                      <a16:creationId xmlns:a16="http://schemas.microsoft.com/office/drawing/2014/main" id="{A9156875-DAA8-DDCB-8B7D-475BF36F74C1}"/>
                    </a:ext>
                  </a:extLst>
                </p14:cNvPr>
                <p14:cNvContentPartPr/>
                <p14:nvPr/>
              </p14:nvContentPartPr>
              <p14:xfrm>
                <a:off x="2581068" y="6041616"/>
                <a:ext cx="114840" cy="100440"/>
              </p14:xfrm>
            </p:contentPart>
          </mc:Choice>
          <mc:Fallback xmlns="">
            <p:pic>
              <p:nvPicPr>
                <p:cNvPr id="19" name="Mürekkep 18">
                  <a:extLst>
                    <a:ext uri="{FF2B5EF4-FFF2-40B4-BE49-F238E27FC236}">
                      <a16:creationId xmlns:a16="http://schemas.microsoft.com/office/drawing/2014/main" id="{A9156875-DAA8-DDCB-8B7D-475BF36F74C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574948" y="6035496"/>
                  <a:ext cx="127080" cy="1126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02F1E4-4E7C-8B91-9B44-748F56E04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0">
            <a:extLst>
              <a:ext uri="{FF2B5EF4-FFF2-40B4-BE49-F238E27FC236}">
                <a16:creationId xmlns:a16="http://schemas.microsoft.com/office/drawing/2014/main" id="{1487C8AD-C90D-78AF-49E0-47030FD0DC4C}"/>
              </a:ext>
            </a:extLst>
          </p:cNvPr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022BD74B-B74A-2824-F04C-91186E241B12}"/>
              </a:ext>
            </a:extLst>
          </p:cNvPr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212EC329-26B2-439A-2D9B-574874C40530}"/>
              </a:ext>
            </a:extLst>
          </p:cNvPr>
          <p:cNvSpPr/>
          <p:nvPr/>
        </p:nvSpPr>
        <p:spPr>
          <a:xfrm>
            <a:off x="1298448" y="484632"/>
            <a:ext cx="7205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ADIM</a:t>
            </a:r>
            <a:endParaRPr lang="en-US" sz="1200" dirty="0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F1A414D0-E497-2830-0923-987B67A79BCB}"/>
              </a:ext>
            </a:extLst>
          </p:cNvPr>
          <p:cNvSpPr/>
          <p:nvPr/>
        </p:nvSpPr>
        <p:spPr>
          <a:xfrm>
            <a:off x="1298448" y="749808"/>
            <a:ext cx="7205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Ağ Keşfi (Reconnaissance)</a:t>
            </a:r>
            <a:endParaRPr lang="en-US" sz="2300" dirty="0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8F7F7A69-B06C-4056-7D71-55F7AEB36F1C}"/>
              </a:ext>
            </a:extLst>
          </p:cNvPr>
          <p:cNvSpPr/>
          <p:nvPr/>
        </p:nvSpPr>
        <p:spPr>
          <a:xfrm>
            <a:off x="640080" y="16002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ile detaylı port ve versiyon taraması başlatıldı</a:t>
            </a:r>
            <a:endParaRPr lang="en-US" sz="1400" dirty="0"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59B80815-BC77-7912-1E12-53151FEBB0AA}"/>
              </a:ext>
            </a:extLst>
          </p:cNvPr>
          <p:cNvSpPr/>
          <p:nvPr/>
        </p:nvSpPr>
        <p:spPr>
          <a:xfrm>
            <a:off x="640080" y="1874520"/>
            <a:ext cx="7863840" cy="1029419"/>
          </a:xfrm>
          <a:prstGeom prst="roundRect">
            <a:avLst>
              <a:gd name="adj" fmla="val 5330"/>
            </a:avLst>
          </a:prstGeom>
          <a:solidFill>
            <a:srgbClr val="FFFFFF"/>
          </a:solidFill>
          <a:ln w="9525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25" name="Image 0" descr="/home/claude/media/nmap/nmap_cmd.png">
            <a:extLst>
              <a:ext uri="{FF2B5EF4-FFF2-40B4-BE49-F238E27FC236}">
                <a16:creationId xmlns:a16="http://schemas.microsoft.com/office/drawing/2014/main" id="{2F632A54-B2E2-A6AD-DB10-40F559E7C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002536"/>
            <a:ext cx="7607808" cy="773387"/>
          </a:xfrm>
          <a:prstGeom prst="rect">
            <a:avLst/>
          </a:prstGeom>
        </p:spPr>
      </p:pic>
      <p:sp>
        <p:nvSpPr>
          <p:cNvPr id="27" name="Text 6">
            <a:extLst>
              <a:ext uri="{FF2B5EF4-FFF2-40B4-BE49-F238E27FC236}">
                <a16:creationId xmlns:a16="http://schemas.microsoft.com/office/drawing/2014/main" id="{052C4694-887A-BAAB-EB94-44B2BCC51535}"/>
              </a:ext>
            </a:extLst>
          </p:cNvPr>
          <p:cNvSpPr/>
          <p:nvPr/>
        </p:nvSpPr>
        <p:spPr>
          <a:xfrm>
            <a:off x="640080" y="319125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servisi (445/tcp) açık tespit edildi</a:t>
            </a:r>
            <a:endParaRPr lang="en-US" sz="1400" dirty="0"/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B2E1C709-7805-E779-B409-5CF1EE997B7C}"/>
              </a:ext>
            </a:extLst>
          </p:cNvPr>
          <p:cNvSpPr/>
          <p:nvPr/>
        </p:nvSpPr>
        <p:spPr>
          <a:xfrm>
            <a:off x="640080" y="3465576"/>
            <a:ext cx="7863840" cy="465348"/>
          </a:xfrm>
          <a:prstGeom prst="roundRect">
            <a:avLst>
              <a:gd name="adj" fmla="val 11790"/>
            </a:avLst>
          </a:prstGeom>
          <a:solidFill>
            <a:srgbClr val="FFFFFF"/>
          </a:solidFill>
          <a:ln w="9525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31" name="Image 1" descr="/home/claude/media/nmap/nmap_smb445.png">
            <a:extLst>
              <a:ext uri="{FF2B5EF4-FFF2-40B4-BE49-F238E27FC236}">
                <a16:creationId xmlns:a16="http://schemas.microsoft.com/office/drawing/2014/main" id="{5287105B-0962-D662-73AE-B33F7A81D5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3593592"/>
            <a:ext cx="7607808" cy="209316"/>
          </a:xfrm>
          <a:prstGeom prst="rect">
            <a:avLst/>
          </a:prstGeom>
        </p:spPr>
      </p:pic>
      <p:sp>
        <p:nvSpPr>
          <p:cNvPr id="33" name="Text 8">
            <a:extLst>
              <a:ext uri="{FF2B5EF4-FFF2-40B4-BE49-F238E27FC236}">
                <a16:creationId xmlns:a16="http://schemas.microsoft.com/office/drawing/2014/main" id="{9EB21A9D-BBFA-7262-9F40-BC03646C17BE}"/>
              </a:ext>
            </a:extLst>
          </p:cNvPr>
          <p:cNvSpPr/>
          <p:nvPr/>
        </p:nvSpPr>
        <p:spPr>
          <a:xfrm>
            <a:off x="640080" y="478231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message signing devre dışı — zafiyetin teknik nedeni</a:t>
            </a:r>
            <a:endParaRPr lang="en-US" sz="1400" dirty="0"/>
          </a:p>
        </p:txBody>
      </p:sp>
      <p:sp>
        <p:nvSpPr>
          <p:cNvPr id="35" name="Shape 9">
            <a:extLst>
              <a:ext uri="{FF2B5EF4-FFF2-40B4-BE49-F238E27FC236}">
                <a16:creationId xmlns:a16="http://schemas.microsoft.com/office/drawing/2014/main" id="{0D7B2677-C65C-F7D2-2010-ACC6A0AC90E2}"/>
              </a:ext>
            </a:extLst>
          </p:cNvPr>
          <p:cNvSpPr/>
          <p:nvPr/>
        </p:nvSpPr>
        <p:spPr>
          <a:xfrm>
            <a:off x="2767413" y="5056632"/>
            <a:ext cx="3609173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37" name="Image 2" descr="/home/claude/media/nmap/nmap_signing.png">
            <a:extLst>
              <a:ext uri="{FF2B5EF4-FFF2-40B4-BE49-F238E27FC236}">
                <a16:creationId xmlns:a16="http://schemas.microsoft.com/office/drawing/2014/main" id="{B0874DCE-8A67-16FF-35DF-421A427D16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5429" y="5184648"/>
            <a:ext cx="3353141" cy="786384"/>
          </a:xfrm>
          <a:prstGeom prst="rect">
            <a:avLst/>
          </a:prstGeom>
        </p:spPr>
      </p:pic>
      <p:sp>
        <p:nvSpPr>
          <p:cNvPr id="39" name="Text 10">
            <a:extLst>
              <a:ext uri="{FF2B5EF4-FFF2-40B4-BE49-F238E27FC236}">
                <a16:creationId xmlns:a16="http://schemas.microsoft.com/office/drawing/2014/main" id="{E8746F1B-C912-0DF0-9BC1-CC6DCF14B5B6}"/>
              </a:ext>
            </a:extLst>
          </p:cNvPr>
          <p:cNvSpPr/>
          <p:nvPr/>
        </p:nvSpPr>
        <p:spPr>
          <a:xfrm>
            <a:off x="640080" y="640080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sistemde Nmap ile ayrıntılı bir port ve servis taraması gerçekleştirildi. SMB servisinin (445/tcp) açık olması ve message signing özelliğinin devre dışı bırakılmış olması, bu saldırı senaryosunun teknik zeminini oluşturuyor.</a:t>
            </a:r>
            <a:endParaRPr lang="en-US" sz="1450" dirty="0"/>
          </a:p>
        </p:txBody>
      </p:sp>
      <p:sp>
        <p:nvSpPr>
          <p:cNvPr id="41" name="Text 11">
            <a:extLst>
              <a:ext uri="{FF2B5EF4-FFF2-40B4-BE49-F238E27FC236}">
                <a16:creationId xmlns:a16="http://schemas.microsoft.com/office/drawing/2014/main" id="{A2E028B3-2453-0211-6A85-F37F8AE64011}"/>
              </a:ext>
            </a:extLst>
          </p:cNvPr>
          <p:cNvSpPr/>
          <p:nvPr/>
        </p:nvSpPr>
        <p:spPr>
          <a:xfrm>
            <a:off x="640080" y="8732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LLMNR POISONING · LAB WALKTHROUGH</a:t>
            </a:r>
            <a:endParaRPr lang="en-US" sz="900" dirty="0"/>
          </a:p>
        </p:txBody>
      </p:sp>
      <p:sp>
        <p:nvSpPr>
          <p:cNvPr id="43" name="Text 12">
            <a:extLst>
              <a:ext uri="{FF2B5EF4-FFF2-40B4-BE49-F238E27FC236}">
                <a16:creationId xmlns:a16="http://schemas.microsoft.com/office/drawing/2014/main" id="{3CA0DCB1-651E-0737-9C8E-A7AEF42076FA}"/>
              </a:ext>
            </a:extLst>
          </p:cNvPr>
          <p:cNvSpPr/>
          <p:nvPr/>
        </p:nvSpPr>
        <p:spPr>
          <a:xfrm>
            <a:off x="7132320" y="8732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tr-TR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</a:t>
            </a:r>
            <a:r>
              <a:rPr lang="tr-TR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260640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98448" y="484632"/>
            <a:ext cx="7205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98448" y="749808"/>
            <a:ext cx="7205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Responder Aktivasyonu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Linux üzerinde Responder çalıştırıldı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7863840" cy="2076082"/>
          </a:xfrm>
          <a:prstGeom prst="roundRect">
            <a:avLst>
              <a:gd name="adj" fmla="val 2643"/>
            </a:avLst>
          </a:prstGeom>
          <a:solidFill>
            <a:srgbClr val="FFFFFF"/>
          </a:solidFill>
          <a:ln w="9525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8" name="Image 0" descr="/home/claude/media/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002536"/>
            <a:ext cx="7607808" cy="18200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6720840"/>
            <a:ext cx="78638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Linux üzerinde Responder aracı başlatılarak ağdaki LLMNR ve NBT-NS isim çözümleme sorgularının dinlenmesine başlandı.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0080" y="8732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LLMNR POISONING · LAB WALKTHROUGH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132320" y="8732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tr-TR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</a:t>
            </a:r>
            <a:r>
              <a:rPr lang="tr-TR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98448" y="484632"/>
            <a:ext cx="7205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98448" y="749808"/>
            <a:ext cx="7205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Kimlik Bilgisi Yakalama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olmayan bir SMB paylaşımına erişim denemesi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682062" y="1874520"/>
            <a:ext cx="5779877" cy="2043684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 w="9525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8" name="Image 0" descr="/home/claude/media/media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0078" y="2002536"/>
            <a:ext cx="5523845" cy="17876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419252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NetNTLMv2 hash Responder tarafından yakalandı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4466844"/>
            <a:ext cx="7863840" cy="1376475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 w="9525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11" name="Image 1" descr="/home/claude/media/media/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4594860"/>
            <a:ext cx="7607808" cy="11204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0080" y="6720840"/>
            <a:ext cx="78638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sistemde var olmayan bir ağ paylaşımına erişim denemesi, LLMNR çözümleme isteğini tetikledi. Responder bu isteğe sahte bir yanıt vererek kullanıcının NetNTLMv2 hash'ini ele geçirdi.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40080" y="8732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LLMNR POISONING · LAB WALKTHROUGH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7132320" y="8732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tr-TR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</a:t>
            </a:r>
            <a:r>
              <a:rPr lang="tr-TR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98448" y="484632"/>
            <a:ext cx="7205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98448" y="749808"/>
            <a:ext cx="7205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 Kaydı ve Kırma İşlemi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Yakalanan hash bir dosyaya kaydedildi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7863840" cy="1080280"/>
          </a:xfrm>
          <a:prstGeom prst="roundRect">
            <a:avLst>
              <a:gd name="adj" fmla="val 5079"/>
            </a:avLst>
          </a:prstGeom>
          <a:solidFill>
            <a:srgbClr val="FFFFFF"/>
          </a:solidFill>
          <a:ln w="9525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8" name="Image 0" descr="/home/claude/media/media/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002536"/>
            <a:ext cx="7607808" cy="8242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419252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Hashcat ile sözlük saldırısı başlatıldı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4466844"/>
            <a:ext cx="7863840" cy="906828"/>
          </a:xfrm>
          <a:prstGeom prst="roundRect">
            <a:avLst>
              <a:gd name="adj" fmla="val 6050"/>
            </a:avLst>
          </a:prstGeom>
          <a:solidFill>
            <a:srgbClr val="FFFFFF"/>
          </a:solidFill>
          <a:ln w="9525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11" name="Image 1" descr="/home/claude/media/media/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4594860"/>
            <a:ext cx="7607808" cy="6507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0080" y="6720840"/>
            <a:ext cx="78638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Yakalanan hash bir metin dosyasına kaydedildi ve Hashcat aracıyla sözlük tabanlı bir parola kırma saldırısına tabi tutuldu.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40080" y="8732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LLMNR POISONING · LAB WALKTHROUGH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7132320" y="8732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tr-TR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</a:t>
            </a:r>
            <a:r>
              <a:rPr lang="tr-TR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98448" y="484632"/>
            <a:ext cx="7205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98448" y="749808"/>
            <a:ext cx="7205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Parola Ele Geçirildi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3017395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Hashcat sonucu — parola başarıyla kırıldı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291715"/>
            <a:ext cx="7863840" cy="1344417"/>
          </a:xfrm>
          <a:prstGeom prst="roundRect">
            <a:avLst>
              <a:gd name="adj" fmla="val 4081"/>
            </a:avLst>
          </a:prstGeom>
          <a:solidFill>
            <a:srgbClr val="FFFFFF"/>
          </a:solidFill>
          <a:ln w="9525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8" name="Image 0" descr="/home/claude/media/media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3419731"/>
            <a:ext cx="7607808" cy="108838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6720840"/>
            <a:ext cx="78638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Kısa süre içinde zayıf bir parola başarıyla kırıldı. Bu sonuç, kurumsal ortamlarda güçlü parola politikalarının ve MFA'nın neden kritik olduğunu net biçimde ortaya koyuyor.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0080" y="8732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LLMNR POISONING · LAB WALKTHROUGH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132320" y="8732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tr-TR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</a:t>
            </a:r>
            <a:r>
              <a:rPr lang="tr-TR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98448" y="484632"/>
            <a:ext cx="7205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98448" y="749808"/>
            <a:ext cx="7205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Metasploit ile Hazırlık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msfconsole başlatıldı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90584" y="1874520"/>
            <a:ext cx="6562832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8" name="Image 0" descr="/home/claude/media/media/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8600" y="2002536"/>
            <a:ext cx="6306800" cy="7863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19125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aranıyor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911828" y="3465576"/>
            <a:ext cx="5320345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11" name="Image 1" descr="/home/claude/media/media/image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9844" y="3593592"/>
            <a:ext cx="5064313" cy="7863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0080" y="478231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İlgili exploit modülü seçildi (use 24)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" y="5056632"/>
            <a:ext cx="7863840" cy="802963"/>
          </a:xfrm>
          <a:prstGeom prst="roundRect">
            <a:avLst>
              <a:gd name="adj" fmla="val 6833"/>
            </a:avLst>
          </a:prstGeom>
          <a:solidFill>
            <a:srgbClr val="FFFFFF"/>
          </a:solidFill>
          <a:ln w="9525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14" name="Image 2" descr="/home/claude/media/media/image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5184648"/>
            <a:ext cx="7607808" cy="54693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0080" y="640080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 edilen kullanıcı adı, parola ve hedef IP bilgileriyle msfconsole üzerinden uygun exploit modülü seçildi. 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640080" y="8732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LLMNR POISONING · LAB WALKTHROUGH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7132320" y="8732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tr-TR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</a:t>
            </a:r>
            <a:r>
              <a:rPr lang="tr-TR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98448" y="484632"/>
            <a:ext cx="7205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98448" y="749808"/>
            <a:ext cx="7205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Yapılandırma ve Erişim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RHOSTS, SMBUser, SMBPass parametreleri ayarlandı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7863840" cy="1996949"/>
          </a:xfrm>
          <a:prstGeom prst="roundRect">
            <a:avLst>
              <a:gd name="adj" fmla="val 2747"/>
            </a:avLst>
          </a:prstGeom>
          <a:solidFill>
            <a:srgbClr val="FFFFFF"/>
          </a:solidFill>
          <a:ln w="9525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8" name="Image 0" descr="/home/claude/media/media/imag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002536"/>
            <a:ext cx="7607808" cy="174091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419252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Meterpreter oturumu başarıyla açıldı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4466844"/>
            <a:ext cx="7863840" cy="1874715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11" name="Image 1" descr="/home/claude/media/media/image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4594860"/>
            <a:ext cx="7607808" cy="161868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0080" y="6720840"/>
            <a:ext cx="78638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Gerekli exploit parametreleri yapılandırıldıktan sonra hedef sistemde tam yetkili bir Meterpreter oturumu elde edildi — dosya transferi ve sistem erişimi bu noktadan itibaren mümkün hale geldi.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40080" y="8732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LLMNR POISONING · LAB WALKTHROUGH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7132320" y="8732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tr-TR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</a:t>
            </a:r>
            <a:r>
              <a:rPr lang="tr-TR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98448" y="484632"/>
            <a:ext cx="7205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98448" y="749808"/>
            <a:ext cx="7205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Alternatif Erişim: RDP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RDP bağlantısı başlatıldı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05651" y="1874520"/>
            <a:ext cx="5208608" cy="949703"/>
          </a:xfrm>
          <a:prstGeom prst="roundRect">
            <a:avLst>
              <a:gd name="adj" fmla="val 4156"/>
            </a:avLst>
          </a:prstGeom>
          <a:solidFill>
            <a:srgbClr val="FFFFFF"/>
          </a:solidFill>
          <a:ln w="9525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8" name="Image 0" descr="/home/claude/media/media/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0660" y="2006615"/>
            <a:ext cx="4926648" cy="6890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12064" y="2920261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masaüstüne doğrudan erişim sağlandı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68095" y="3194581"/>
            <a:ext cx="7735825" cy="4722503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 w="9525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Text 8"/>
          <p:cNvSpPr/>
          <p:nvPr/>
        </p:nvSpPr>
        <p:spPr>
          <a:xfrm>
            <a:off x="640080" y="7757033"/>
            <a:ext cx="7863840" cy="5091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endParaRPr lang="tr-TR" sz="1450" dirty="0">
              <a:solidFill>
                <a:srgbClr val="E2E8F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 edilen kimlik bilgileriyle hedef sisteme doğrudan Uzak Masaüstü (RDP) bağlantısı kurularak erişim ayrıca doğrulandı.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40080" y="8732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LLMNR POISONING · LAB WALKTHROUGH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7132320" y="8732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tr-TR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</a:t>
            </a:r>
            <a:r>
              <a:rPr lang="tr-TR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16" name="Resim 15">
            <a:extLst>
              <a:ext uri="{FF2B5EF4-FFF2-40B4-BE49-F238E27FC236}">
                <a16:creationId xmlns:a16="http://schemas.microsoft.com/office/drawing/2014/main" id="{AFD1D286-413B-9B09-8635-31CEFDADA1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430" y="3249449"/>
            <a:ext cx="7427474" cy="46127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TEAM PERSPEKTİFİ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Savunma Önerileri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987552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41248" y="1947672"/>
            <a:ext cx="128016" cy="128016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1143000" y="1783080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LLMNR / NBT-NS Devre Dışı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43000" y="2075688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Policy üzerinden bu protokoller kapatılarak saldırı yüzeyi kaynağında kapatılır.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862072"/>
            <a:ext cx="7863840" cy="987552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841248" y="3118104"/>
            <a:ext cx="128016" cy="128016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1143000" y="2953512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Signing Zorunlu Kılınmalı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143000" y="324612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İmza doğrulaması, yakalanan hash'in relay saldırılarında kullanılmasını engeller.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032504"/>
            <a:ext cx="7863840" cy="987552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841248" y="4288536"/>
            <a:ext cx="128016" cy="128016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1143000" y="4123944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Güçlü Parola Politikası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143000" y="4416552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 ve karmaşık parolalar, hashcat gibi araçlarla kırılma süresini pratikte imkânsız hale getirir.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202936"/>
            <a:ext cx="7863840" cy="987552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841248" y="5458968"/>
            <a:ext cx="128016" cy="128016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1143000" y="5294376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 İzleme ve Tespit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43000" y="5586984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benzeri araçların ürettiği anormal broadcast trafiği SIEM ile izlenmelidir.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6373368"/>
            <a:ext cx="7863840" cy="987552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841248" y="6629400"/>
            <a:ext cx="128016" cy="128016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1143000" y="6464808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Faktörlü Kimlik Doğrulama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143000" y="6757416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Kimlik bilgisi sızsa dahi MFA, yetkisiz erişimi önemli ölçüde zorlaştırır.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8732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LLMNR POISONING · LAB WALKTHROUGH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132320" y="8732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tr-TR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</a:t>
            </a:r>
            <a:r>
              <a:rPr lang="tr-TR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Sonuç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60020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çalışma, kontrollü bir laboratuvar ortamında LLMNR Poisoning saldırı zincirinin ağ keşfinden yetkili sistem erişimine kadar uçtan uca nasıl işlediğini göstermek amacıyla gerçekleştirilmiştir. Amaç; bu tür zafiyetlerin nasıl istismar edildiğini anlayarak, kurumsal ortamlarda daha güçlü savunma mekanizmaları tasarlayabilmektir.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3200400"/>
            <a:ext cx="786384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868680" y="3291840"/>
            <a:ext cx="7406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Bu içerik yalnızca eğitim amaçlıdır ve izole bir laboratuvar ortamında gerçekleştirilmiştir. Yazılı izin alınmadan hiçbir sisteme yönelik test yapılması yasa dışıdır.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Kullanılan Araçlar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4983480"/>
            <a:ext cx="685800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640080" y="498348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463040" y="498348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1463040" y="498348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0" y="498348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2743200" y="498348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Hashcat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0" y="498348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3840480" y="49834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 Framework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4983480"/>
            <a:ext cx="594360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6126480" y="498348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78638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#CyberSecurity #EthicalHacking #PenetrationTesting #ActiveDirectory #RedTeam #InfoSec #LLMNR #Responder #Metasploit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8732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LLMNR POISONING · LAB WALKTHROUGH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32320" y="8732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tr-TR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</a:t>
            </a:r>
            <a:r>
              <a:rPr lang="tr-TR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809</Words>
  <Application>Microsoft Office PowerPoint</Application>
  <PresentationFormat>Özel</PresentationFormat>
  <Paragraphs>136</Paragraphs>
  <Slides>13</Slides>
  <Notes>13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OzgurXtream Xtream</cp:lastModifiedBy>
  <cp:revision>2</cp:revision>
  <dcterms:created xsi:type="dcterms:W3CDTF">2026-08-02T14:12:14Z</dcterms:created>
  <dcterms:modified xsi:type="dcterms:W3CDTF">2026-08-04T16:20:23Z</dcterms:modified>
</cp:coreProperties>
</file>